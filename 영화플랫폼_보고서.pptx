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18 </a:t>
            </a:r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영화 정보·리뷰·감성분석 플랫폼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웹에서 영화를 등록·조회하고 리뷰를 작성하면, 이를 KoELECTRA 한국어 감성분석 모델로 실시간 분석하여 긍정/부정과 평균 평점을 보여주는 Streamlit + FastAPI 기반 웹 서비스를 개발하였다. 백엔드는 Render, 프론트엔드는 Streamlit Cloud에 각각 배포하였다.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3112" cy="2743200"/>
        </p:xfrm>
        <a:graphic>
          <a:graphicData uri="http://schemas.openxmlformats.org/drawingml/2006/table">
            <a:tbl>
              <a:tblPr/>
              <a:tblGrid>
                <a:gridCol w="2377440"/>
                <a:gridCol w="88056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프레임워크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Streamlit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monologg/koelectra-small-finetuned-nsmc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추론 엔진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transformers + PyTorch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패키지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 (backend / frontend 독립 프로젝트로 분리 관리)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백엔드: Render → 프론트엔드: Streamlit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구현한 주요 기능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831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 목록 · 등록 — 포스터·평점과 함께 목록 표시, 같은 화면에서 신규 등록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 상세 · 리뷰 · 평점 — 정보 확인, 수정/삭제, 리뷰 작성 시 자동 감성분석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리뷰 — 최근 등록된 리뷰를 영화명·작성자·등록일·감성과 함께 모아보기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감성분석 결과 시각화 — 긍정/부정 라벨과 확률을 리뷰마다 표시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310896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접속 URL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361188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백엔드(API 문서): </a:t>
            </a:r>
            <a:pPr indent="0" marL="0">
              <a:buNone/>
            </a:pPr>
            <a:r>
              <a:rPr lang="en-US" sz="14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https://movie-review-0001.onrender.com/docs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06908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프론트엔드: </a:t>
            </a:r>
            <a:pPr indent="0" marL="0">
              <a:buNone/>
            </a:pPr>
            <a:r>
              <a:rPr lang="en-US" sz="14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___________________________________________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183112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91714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백엔드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· SQLAlchemy(Async, AsyncSession) · SQLite+aiosqlite · Pydantic 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프론트엔드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(멀티페이지, pages/ 구조) ·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감성분석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monologg/koelectra-small-finetuned-nsmc · Hugging Face transformers + PyTorch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패키지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 (backend / frontend 독립 프로젝트로 분리 관리)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백엔드: Render      프론트엔드: Streamlit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구조도 (모델 서빙 포함)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요청은 사용자 → Streamlit Cloud(프론트) → Render(FastAPI 백엔드) → SQLite 순서로 흐르며, 감성분석 모델은 백엔드 프로세스 안에서 직접 로드되어 별도 서버 없이 동작한다.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12700">
            <a:solidFill>
              <a:srgbClr val="D6D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92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사용자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접속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67912" y="2308860"/>
            <a:ext cx="50749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48556" y="178308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12700">
            <a:solidFill>
              <a:srgbClr val="D6D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5716" y="1892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Streamlit Cloud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85716" y="2240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 (Home.py, pages/)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api_client.py로 REST 호출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13548" y="2308860"/>
            <a:ext cx="50749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94192" y="178308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12700">
            <a:solidFill>
              <a:srgbClr val="D6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31352" y="1892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Render — FastAPI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31352" y="2240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 (routers→query/svc→schema)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48556" y="333756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12700">
            <a:solidFill>
              <a:srgbClr val="D6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5716" y="3447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SQLite (movies.db)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85716" y="3794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/ review 테이블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AsyncSession으로 접근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94192" y="333756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12700">
            <a:solidFill>
              <a:srgbClr val="D6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3447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KoELECTRA 모델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31352" y="3794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프로세스 내부에서 로드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(별도 모델 서버 없음)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40112" y="2880360"/>
            <a:ext cx="0" cy="38404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02920" y="4846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서빙 방식 (심화)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5230368"/>
            <a:ext cx="11183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별도의 모델 서버 없이, KoELECTRA 모델을 FastAPI 프로세스 안에서 직접 로드한다.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모듈이 처음 import될 때 단 1회만 로드되며, 이후 요청은 이미 로드된 모델을 재사용한다.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등록 요청 시 동기적으로(torch.no_grad) 추론을 실행해 즉시 결과를 반환한다.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(데이터베이스 설계)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 1편에 여러 개의 리뷰가 달릴 수 있는 1(movies) : N(reviews) 관계이며, 두 테이블 모두 Soft Delete(is_deleted) 방식을 사용한다.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5317236" cy="3218688"/>
        </p:xfrm>
        <a:graphic>
          <a:graphicData uri="http://schemas.openxmlformats.org/drawingml/2006/table">
            <a:tbl>
              <a:tblPr/>
              <a:tblGrid>
                <a:gridCol w="1554480"/>
                <a:gridCol w="376275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INTEGER, PK, AUTOINCREMENT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VARCHAR, NOT 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release_date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NOT 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/ genre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VARCHAR, NOT 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poster_url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VARCHAR, NULL 허용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 / updated_at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 (감사 컬럼)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is_deleted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CHAR(1), 기본값 'N'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68796" y="1600200"/>
          <a:ext cx="5317236" cy="3218688"/>
        </p:xfrm>
        <a:graphic>
          <a:graphicData uri="http://schemas.openxmlformats.org/drawingml/2006/table">
            <a:tbl>
              <a:tblPr/>
              <a:tblGrid>
                <a:gridCol w="1737360"/>
                <a:gridCol w="357987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INTEGER, PK, AUTOINCREMENT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INTEGER, FK(movies.id)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 / TEXT, NOT 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sentiment_label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VARCHAR, NULL 허용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FLOAT, NULL 허용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 / updated_at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 (감사 컬럼)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is_deleted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CHAR(1), 기본값 'N'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명세 — 영화 (/movies)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183112" cy="2414016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2560320"/>
                <a:gridCol w="587959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메서드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영화 등록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/movies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제목·개봉일·감독·장르·포스터URL 등록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조회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/movies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페이지네이션(skip/limit) + 전체 개수 반환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단건 조회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/movies/{movie_id}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삭제된 영화는 조회되지 않음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부분 수정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/movies/{movie_id}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요청에 포함된 필드만 변경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삭제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/movies/{movie_id}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Delete + 연결 리뷰 cascade 삭제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3877056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명세 — 리뷰 (/reviews)</a:t>
            </a:r>
            <a:endParaRPr lang="en-US" sz="2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425696"/>
          <a:ext cx="11183112" cy="219456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2743200"/>
                <a:gridCol w="56967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메서드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리뷰 등록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등록 시 감성분석 자동 실행 후 결과와 함께 저장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최근 리뷰 조회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페이지네이션 + 전체 개수 반환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영화별 리뷰 조회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/reviews/movie/{movie_id}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 영화의 전체 리뷰, 최신순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 평점 조회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/reviews/movie/{movie_id}/rating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감성점수 평균 → 5점 만점 환산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리뷰 삭제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/reviews/{review_id}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감성분석 모델 선정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 모델: </a:t>
            </a:r>
            <a:pPr indent="0" marL="0">
              <a:buNone/>
            </a:pPr>
            <a:r>
              <a:rPr lang="en-US" sz="14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monologg/koelectra-small-finetuned-nsmc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1097280"/>
        </p:xfrm>
        <a:graphic>
          <a:graphicData uri="http://schemas.openxmlformats.org/drawingml/2006/table">
            <a:tbl>
              <a:tblPr/>
              <a:tblGrid>
                <a:gridCol w="7525512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NSMC 정확도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 크기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Small-v3 (채택)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Base-v3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423~431M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269748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이렇게 했는가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3108960"/>
            <a:ext cx="11183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손실은 1%p대로 미미한 반면, 모델 크기는 8배 이상 차이가 나 경량화 관점에서 Small 모델을 채택하였다.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등록 시 content를 모델 입력으로 전달 → 0(부정)/1(긍정) 분류 → Softmax로 확률 변환 후 저장한다.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920" y="41605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평점 계산 시 주의점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4572000"/>
            <a:ext cx="11183112" cy="16916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736592"/>
            <a:ext cx="1072591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sentiment_score는 "라벨이 맞다고 확신하는 확률"이지 "긍정 확률"이 아니다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positive_probs = [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r.sentiment_score if r.sentiment_label == "긍정" else round(1 - r.sentiment_score, 4)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 in reviews if r.sentiment_score is not None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average_rating = round((sum(positive_probs) / len(positive_probs)) * 5, 2)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설명 — 모델 1회 로딩 &amp; 자동 테이블 생성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모델은 모듈이 처음 import될 때 단 1회만 로드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13716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1072591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 = "monologg/koelectra-small-finetuned-nsmc"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tokenizer = AutoTokenizer.from_pretrained(MODEL_NAME)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AutoModelForSequenceClassification.from_pretrained(MODEL_NAME)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model.eval()   # 추론 전용 모드로 전환, 이후 모든 요청이 이 객체를 재사용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2944368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FastAPI lifespan에서 앱 시작 시 테이블 자동 생성 (배포 환경 대응)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328416"/>
            <a:ext cx="11183112" cy="19659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93008"/>
            <a:ext cx="10725912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@asynccontextmanager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lifespan(app: FastAPI):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with engine.begin() as conn: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conn.run_sync(Base.metadata.create_all)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FastAPI(..., lifespan=lifespan)   # lifespan 인자 연결을 빠뜨리면 실행되지 않음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5477256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이렇게 했는가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5861304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모델을 요청마다 새로 로드하면 리뷰 하나 등록에도 수 초가 걸려 사용자 경험이 나빠진다.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배포 환경에서는 로컬처럼 초기화 스크립트를 수동 실행할 수 없어, 앱 시작 훅에서 자동 생성이 필요하다.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구현 결과 ① — 영화 목록 · 등록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362956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02920" y="301752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캡쳐 이미지를 붙여넣으세요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358384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 목록 (영화 3개 이상 등록된 상태)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23076" y="1097280"/>
            <a:ext cx="5362956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323076" y="301752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캡쳐 이미지를 붙여넣으세요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23076" y="5358384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 등록 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구현 결과 ② — 영화 상세 · 리뷰 · 평점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362956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02920" y="301752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캡쳐 이미지를 붙여넣으세요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358384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 상세 + 평균 평점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23076" y="1097280"/>
            <a:ext cx="5362956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323076" y="189738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캡쳐 이미지를 붙여넣으세요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23076" y="3118104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작성 + 감성분석 결과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3076" y="3337560"/>
            <a:ext cx="5362956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323076" y="413766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캡쳐 이미지를 붙여넣으세요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23076" y="5358384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리뷰 화면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구현 결과 ③ — 영화당 리뷰 10개 이상 등록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영화별로 각각 캡쳐하여 첨부한다.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422904" cy="384048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324612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캡쳐 이미지를 붙여넣으세요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404104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3024" y="1508760"/>
            <a:ext cx="3422904" cy="384048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383024" y="324612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캡쳐 이미지를 붙여넣으세요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3024" y="5404104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63128" y="1508760"/>
            <a:ext cx="3422904" cy="384048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263128" y="324612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캡쳐 이미지를 붙여넣으세요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63128" y="5404104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문서 (Swagger UI)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FastAPI가 자동 생성하는 /docs 페이지를 통해 모든 API를 문서화하고, 브라우저에서 직접 테스트할 수 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3112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34747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캡쳐 이미지를 붙여넣으세요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15584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(/docs) — 전체 엔드포인트 + 각 API 설명/명세 포함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구조 및 실행 방법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7F8FC"/>
          </a:solidFill>
          <a:ln w="12700">
            <a:solidFill>
              <a:srgbClr val="D6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15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GitHub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 저장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(backend/, frontend/ 독립 관리)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67912" y="1463040"/>
            <a:ext cx="50749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48556" y="100584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7F8FC"/>
          </a:solidFill>
          <a:ln w="12700">
            <a:solidFill>
              <a:srgbClr val="D6D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5716" y="1115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Render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85716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백엔드 배포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lifespan에서 테이블 자동 생성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3548" y="1463040"/>
            <a:ext cx="50749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394192" y="100584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7F8FC"/>
          </a:solidFill>
          <a:ln w="12700">
            <a:solidFill>
              <a:srgbClr val="D6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1352" y="1115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Streamlit Cloud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31352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배포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Secrets로 API_BASE_URL 주입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3774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방법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2816352"/>
            <a:ext cx="11183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2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백엔드 문서 접속: </a:t>
            </a:r>
            <a:pPr indent="0" marL="0">
              <a:lnSpc>
                <a:spcPct val="200000"/>
              </a:lnSpc>
              <a:buNone/>
            </a:pPr>
            <a:r>
              <a:rPr lang="en-US" sz="13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https://movie-review-0001.onrender.com/docs
</a:t>
            </a:r>
            <a:endParaRPr lang="en-US" sz="13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프론트엔드 접속: </a:t>
            </a:r>
            <a:pPr indent="0" marL="0">
              <a:lnSpc>
                <a:spcPct val="200000"/>
              </a:lnSpc>
              <a:buNone/>
            </a:pPr>
            <a:r>
              <a:rPr lang="en-US" sz="13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8679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Render 무료 티어는 SQLite 데이터가 재배포 시 초기화될 수 있어, 실제 서비스라면 PostgreSQL 등 영구 저장소 전환을 권장한다.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— 주요 이슈와 해결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PC에서 torch import 시 WinError 4551 차단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AhnLab V3 Lite가 torch DLL을 검사·차단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torch 설치 폴더를 검사 예외 목록에 등록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2039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 리뷰인데 평점이 높게 계산됨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8658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sentiment_score를 무조건 '긍정 확률'로 오인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라벨에 따라 (1-score)로 긍정확률 환산 후 평균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3072384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페이지네이션 버튼 클릭 시 API 2회 호출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419856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상태 변경 후 st.rerun() 호출 시 스크립트가 2번 실행됨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on_click 콜백 패턴으로 전환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4105656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배포 후 no such table: movie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453128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테이블 생성 스크립트가 배포 환경에서 실행되지 않음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FastAPI lifespan에서 앱 시작 시 자동 테이블 생성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5743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2026-09-01T09:22:45Z</dcterms:created>
  <dcterms:modified xsi:type="dcterms:W3CDTF">2026-09-01T09:22:45Z</dcterms:modified>
</cp:coreProperties>
</file>